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1. UniAdmit: Smart Undergraduate Admission Management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Final Year Project Presentation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Student: &lt;Your Name&gt; | Roll No: &lt;Your Roll No&gt;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Guide: &lt;Guide Name&gt; | Department/Institution: &lt;Institution&gt;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Academic Session: 2025-26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2. Problem Statement &amp;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Manual admission workflows are fragmented and time-consuming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Students lack real-time status visibility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Admins handle repetitive verification and communication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Need a transparent, centralized, and scalable digital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3. Objectives &amp;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Digitize admission lifecycle end-to-end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Enable role-based student and admin workflows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Integrate AI assistant for common admission queries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Out of scope: multi-college tenancy, mobile-native app, advanced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4. Existing vs Proposed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Existing: offline/manual forms, delayed updates, scattered records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Proposed: OTP onboarding, digital application, payment, tracking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Result: faster processing, reduced errors, better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5. System Overview &amp;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Student: register → verify OTP → apply → pay → track status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Admin: review applications, control rounds, publish merit lists, export CSV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Chatbot: answer queries, collect feedback, log unanswered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6.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Backend: Django (Python)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Database config: dj-database-url (MySQL in deployment)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Payments: Razorpay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AI: Google Gemini API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PDFs: ReportLab | Frontend: Django templates +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7. High-Level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Django project contains two apps: core and chatbot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Browser requests route through views to models/database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External integrations: Razorpay (payment), Gemini (chat)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Outputs: dashboards, merit PDFs, chatbot responses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(Insert architecture diagram from assets)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8. Database/Design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Core models: StudentProfile, Application, Course, AdmissionRound, Payment, MeritListPDF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Chatbot models: CollegeKnowledge, ChatSession, ChatMessage, ChatFeedback, UnansweredQuery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Design supports both operational workflow and AI quality improvement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9. Key Feature 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OTP verification-based onboarding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Round-aware admission logic and controls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Application + document workflows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Payment initiation and verification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Merit PDF publish/download + CSV export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Knowledge-based AI chatbot with 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10. Student Workflow (Screens)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Home → Register → Verify OTP → Login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Dashboard → Profile → Apply → Payment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My Applications for status updates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(Insert screenshots: home, dashboard, apply)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11. Admin Workflow (Screens)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Admin Login → Admin Dashboard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Application review and detail management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Admission round control + merit list publish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CSV export for reporting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(Insert screenshot: admin dashboard)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12. AI Chatbot Design &amp; Improvement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Answers are grounded in active college knowledge entries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Session history used for conversational continuity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Feedback ratings capture response quality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Unanswered queries feed admin improvement 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13. Security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OTP validity window and controlled verification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Allowed email domain filtering during registration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Auth-protected user/admin routes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Payment verification before confirmation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Model/form validation for data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14. Methodology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Method: Requirements → Design → Implementation → Testing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Repository test suite executed successfully (21 tests)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Functional checks performed across student/admin/chatbot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15. Outcomes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Centralized admission lifecycle management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Improved transparency and turnaround time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Better support quality via integrated chatbot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Operational convenience for admin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16. Challenges &amp; Resolutions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Complex multi-step flow coordination resolved via modular app design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Chatbot reliability improved through managed knowledge and feedback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Administrative visibility improved through dedicated dashboard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17. Limitations, Ethics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Current limits: no mobile app, limited analytics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Ethics: privacy-aware student data handling and no fabricated AI claims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Future: notifications, analytics, stronger AI grounding, role expansion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D47A1"/>
                </a:solidFill>
              </a:defRPr>
            </a:pPr>
            <a:r>
              <a:t>18. Live Demo Plan, Conclusion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>
                <a:solidFill>
                  <a:srgbClr val="212121"/>
                </a:solidFill>
              </a:defRPr>
            </a:pPr>
            <a:r>
              <a:t>Demo path: student flow → admin controls → chatbot feedback loop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Fallback: screenshot/video sequence for network/API/payment issues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Conclusion: UniAdmit is practical, extensible, and deployment-ready</a:t>
            </a:r>
          </a:p>
          <a:p>
            <a:pPr>
              <a:defRPr sz="2200">
                <a:solidFill>
                  <a:srgbClr val="212121"/>
                </a:solidFill>
              </a:defRPr>
            </a:pPr>
            <a:r>
              <a:t>Thank you — 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1976D2"/>
                </a:solidFill>
              </a:defRPr>
            </a:pPr>
            <a:r>
              <a:t>UniAdmit | Final Year Presentation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